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2000" cy="68580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Титул: страна гор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Краткая история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Народы Дагестана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Народные промыслы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Земля и культура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Аварцы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Даргинцы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Кумыки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Лезгины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Лакцы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Табасараны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Азербайджанцы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Чеченцы-аккинцы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Ногайцы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Рутульцы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Агулы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Цахуры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Таты и горские евреи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Русские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Relationship Id="rId4" Type="http://schemas.openxmlformats.org/officeDocument/2006/relationships/slide" Target="slide6.xml"/><Relationship Id="rId5" Type="http://schemas.openxmlformats.org/officeDocument/2006/relationships/slide" Target="slide7.xml"/><Relationship Id="rId6" Type="http://schemas.openxmlformats.org/officeDocument/2006/relationships/slide" Target="slide8.xml"/><Relationship Id="rId7" Type="http://schemas.openxmlformats.org/officeDocument/2006/relationships/slide" Target="slide9.xml"/><Relationship Id="rId8" Type="http://schemas.openxmlformats.org/officeDocument/2006/relationships/slide" Target="slide10.xml"/><Relationship Id="rId9" Type="http://schemas.openxmlformats.org/officeDocument/2006/relationships/slide" Target="slide11.xml"/><Relationship Id="rId10" Type="http://schemas.openxmlformats.org/officeDocument/2006/relationships/slide" Target="slide12.xml"/><Relationship Id="rId11" Type="http://schemas.openxmlformats.org/officeDocument/2006/relationships/slide" Target="slide13.xml"/><Relationship Id="rId12" Type="http://schemas.openxmlformats.org/officeDocument/2006/relationships/slide" Target="slide14.xml"/><Relationship Id="rId13" Type="http://schemas.openxmlformats.org/officeDocument/2006/relationships/slide" Target="slide15.xml"/><Relationship Id="rId14" Type="http://schemas.openxmlformats.org/officeDocument/2006/relationships/slide" Target="slide16.xml"/><Relationship Id="rId15" Type="http://schemas.openxmlformats.org/officeDocument/2006/relationships/slide" Target="slide17.xml"/><Relationship Id="rId16" Type="http://schemas.openxmlformats.org/officeDocument/2006/relationships/slide" Target="slide18.xml"/><Relationship Id="rId17" Type="http://schemas.openxmlformats.org/officeDocument/2006/relationships/slide" Target="slide19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Relationship Id="rId4" Type="http://schemas.openxmlformats.org/officeDocument/2006/relationships/slide" Target="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Relationship Id="rId4" Type="http://schemas.openxmlformats.org/officeDocument/2006/relationships/slide" Target="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Relationship Id="rId4" Type="http://schemas.openxmlformats.org/officeDocument/2006/relationships/slide" Target="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Relationship Id="rId4" Type="http://schemas.openxmlformats.org/officeDocument/2006/relationships/slide" Target="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Relationship Id="rId4" Type="http://schemas.openxmlformats.org/officeDocument/2006/relationships/slide" Target="slide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Relationship Id="rId4" Type="http://schemas.openxmlformats.org/officeDocument/2006/relationships/slide" Target="slide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2.xml"/><Relationship Id="rId4" Type="http://schemas.openxmlformats.org/officeDocument/2006/relationships/slide" Target="slide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3.xml"/><Relationship Id="rId4" Type="http://schemas.openxmlformats.org/officeDocument/2006/relationships/slide" Target="slide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4.xml"/><Relationship Id="rId4" Type="http://schemas.openxmlformats.org/officeDocument/2006/relationships/slide" Target="slide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5.xml"/><Relationship Id="rId4" Type="http://schemas.openxmlformats.org/officeDocument/2006/relationships/slide" Target="slide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6.xml"/><Relationship Id="rId4" Type="http://schemas.openxmlformats.org/officeDocument/2006/relationships/slide" Target="slide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7.xml"/><Relationship Id="rId4" Type="http://schemas.openxmlformats.org/officeDocument/2006/relationships/slide" Target="slide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8.xml"/><Relationship Id="rId4" Type="http://schemas.openxmlformats.org/officeDocument/2006/relationships/slide" Target="slide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19.xml"/><Relationship Id="rId4" Type="http://schemas.openxmlformats.org/officeDocument/2006/relationships/slide" Target="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Фон" descr="pg-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74320" y="-154304"/>
            <a:ext cx="12740640" cy="716660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Фон" descr="pg-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doors dir="ver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Фон" descr="pg-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19456" y="-137160"/>
            <a:ext cx="12679680" cy="7132320"/>
          </a:xfrm>
          <a:prstGeom prst="rect">
            <a:avLst/>
          </a:prstGeom>
        </p:spPr>
      </p:pic>
      <p:sp>
        <p:nvSpPr>
          <p:cNvPr id="3" name="Переход: Аварцы">
            <a:hlinkClick action="ppaction://hlinksldjump" r:id="rId4"/>
          </p:cNvPr>
          <p:cNvSpPr/>
          <p:nvPr/>
        </p:nvSpPr>
        <p:spPr>
          <a:xfrm>
            <a:off x="4770120" y="1325880"/>
            <a:ext cx="838200" cy="3048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Переход: Даргинцы">
            <a:hlinkClick action="ppaction://hlinksldjump" r:id="rId5"/>
          </p:cNvPr>
          <p:cNvSpPr/>
          <p:nvPr/>
        </p:nvSpPr>
        <p:spPr>
          <a:xfrm>
            <a:off x="5669280" y="1325880"/>
            <a:ext cx="982980" cy="3048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Переход: Кумыки">
            <a:hlinkClick action="ppaction://hlinksldjump" r:id="rId6"/>
          </p:cNvPr>
          <p:cNvSpPr/>
          <p:nvPr/>
        </p:nvSpPr>
        <p:spPr>
          <a:xfrm>
            <a:off x="6713220" y="1325880"/>
            <a:ext cx="845820" cy="3048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Переход: Лезгины">
            <a:hlinkClick action="ppaction://hlinksldjump" r:id="rId7"/>
          </p:cNvPr>
          <p:cNvSpPr/>
          <p:nvPr/>
        </p:nvSpPr>
        <p:spPr>
          <a:xfrm>
            <a:off x="7620000" y="1325880"/>
            <a:ext cx="891540" cy="3048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Переход: Лакцы">
            <a:hlinkClick action="ppaction://hlinksldjump" r:id="rId8"/>
          </p:cNvPr>
          <p:cNvSpPr/>
          <p:nvPr/>
        </p:nvSpPr>
        <p:spPr>
          <a:xfrm>
            <a:off x="8580120" y="1325880"/>
            <a:ext cx="777240" cy="3048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Переход: Табасараны">
            <a:hlinkClick action="ppaction://hlinksldjump" r:id="rId9"/>
          </p:cNvPr>
          <p:cNvSpPr/>
          <p:nvPr/>
        </p:nvSpPr>
        <p:spPr>
          <a:xfrm>
            <a:off x="9418320" y="1325880"/>
            <a:ext cx="1074420" cy="3048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Переход: Азербайджанцы">
            <a:hlinkClick action="ppaction://hlinksldjump" r:id="rId10"/>
          </p:cNvPr>
          <p:cNvSpPr/>
          <p:nvPr/>
        </p:nvSpPr>
        <p:spPr>
          <a:xfrm>
            <a:off x="4770120" y="1691640"/>
            <a:ext cx="1325880" cy="3048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Переход: Чеченцы-аккинцы">
            <a:hlinkClick action="ppaction://hlinksldjump" r:id="rId11"/>
          </p:cNvPr>
          <p:cNvSpPr/>
          <p:nvPr/>
        </p:nvSpPr>
        <p:spPr>
          <a:xfrm>
            <a:off x="6149340" y="1691640"/>
            <a:ext cx="1432560" cy="3048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Переход: Ногайцы">
            <a:hlinkClick action="ppaction://hlinksldjump" r:id="rId12"/>
          </p:cNvPr>
          <p:cNvSpPr/>
          <p:nvPr/>
        </p:nvSpPr>
        <p:spPr>
          <a:xfrm>
            <a:off x="7642860" y="1691640"/>
            <a:ext cx="906780" cy="3048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Переход: Рутульцы">
            <a:hlinkClick action="ppaction://hlinksldjump" r:id="rId13"/>
          </p:cNvPr>
          <p:cNvSpPr/>
          <p:nvPr/>
        </p:nvSpPr>
        <p:spPr>
          <a:xfrm>
            <a:off x="8610600" y="1691640"/>
            <a:ext cx="922020" cy="3048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Переход: Агулы">
            <a:hlinkClick action="ppaction://hlinksldjump" r:id="rId14"/>
          </p:cNvPr>
          <p:cNvSpPr/>
          <p:nvPr/>
        </p:nvSpPr>
        <p:spPr>
          <a:xfrm>
            <a:off x="9585960" y="1691640"/>
            <a:ext cx="739140" cy="3048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Переход: Цахуры">
            <a:hlinkClick action="ppaction://hlinksldjump" r:id="rId15"/>
          </p:cNvPr>
          <p:cNvSpPr/>
          <p:nvPr/>
        </p:nvSpPr>
        <p:spPr>
          <a:xfrm>
            <a:off x="4770120" y="2057400"/>
            <a:ext cx="838200" cy="3048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Переход: Таты и горские евреи">
            <a:hlinkClick action="ppaction://hlinksldjump" r:id="rId16"/>
          </p:cNvPr>
          <p:cNvSpPr/>
          <p:nvPr/>
        </p:nvSpPr>
        <p:spPr>
          <a:xfrm>
            <a:off x="5669280" y="2057400"/>
            <a:ext cx="1630680" cy="3048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Переход: Русские">
            <a:hlinkClick action="ppaction://hlinksldjump" r:id="rId17"/>
          </p:cNvPr>
          <p:cNvSpPr/>
          <p:nvPr/>
        </p:nvSpPr>
        <p:spPr>
          <a:xfrm>
            <a:off x="7353300" y="2057400"/>
            <a:ext cx="838200" cy="3048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5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Фон" descr="pg-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98704" y="-147446"/>
            <a:ext cx="12740640" cy="716660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5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Фон" descr="pg-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800">
        <p14:ripple dir="center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Фон" descr="pg-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49936" y="-154304"/>
            <a:ext cx="12740640" cy="7166609"/>
          </a:xfrm>
          <a:prstGeom prst="rect">
            <a:avLst/>
          </a:prstGeom>
        </p:spPr>
      </p:pic>
      <p:sp>
        <p:nvSpPr>
          <p:cNvPr id="3" name="Переход: к народам">
            <a:hlinkClick action="ppaction://hlinksldjump" r:id="rId4"/>
          </p:cNvPr>
          <p:cNvSpPr/>
          <p:nvPr/>
        </p:nvSpPr>
        <p:spPr>
          <a:xfrm>
            <a:off x="533400" y="1242060"/>
            <a:ext cx="3528060" cy="16002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3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Фон" descr="pg-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Переход: к народам">
            <a:hlinkClick action="ppaction://hlinksldjump" r:id="rId4"/>
          </p:cNvPr>
          <p:cNvSpPr/>
          <p:nvPr/>
        </p:nvSpPr>
        <p:spPr>
          <a:xfrm>
            <a:off x="533400" y="1242060"/>
            <a:ext cx="3528060" cy="16002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3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Фон" descr="pg-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37743" y="-120014"/>
            <a:ext cx="12618719" cy="7098029"/>
          </a:xfrm>
          <a:prstGeom prst="rect">
            <a:avLst/>
          </a:prstGeom>
        </p:spPr>
      </p:pic>
      <p:sp>
        <p:nvSpPr>
          <p:cNvPr id="3" name="Переход: к народам">
            <a:hlinkClick action="ppaction://hlinksldjump" r:id="rId4"/>
          </p:cNvPr>
          <p:cNvSpPr/>
          <p:nvPr/>
        </p:nvSpPr>
        <p:spPr>
          <a:xfrm>
            <a:off x="533400" y="1356360"/>
            <a:ext cx="3528060" cy="16002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3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Фон" descr="pg-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74320" y="-168020"/>
            <a:ext cx="12740640" cy="7166609"/>
          </a:xfrm>
          <a:prstGeom prst="rect">
            <a:avLst/>
          </a:prstGeom>
        </p:spPr>
      </p:pic>
      <p:sp>
        <p:nvSpPr>
          <p:cNvPr id="3" name="Переход: к народам">
            <a:hlinkClick action="ppaction://hlinksldjump" r:id="rId4"/>
          </p:cNvPr>
          <p:cNvSpPr/>
          <p:nvPr/>
        </p:nvSpPr>
        <p:spPr>
          <a:xfrm>
            <a:off x="533400" y="1242060"/>
            <a:ext cx="3528060" cy="16002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3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Фон" descr="pg-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Переход: к народам">
            <a:hlinkClick action="ppaction://hlinksldjump" r:id="rId4"/>
          </p:cNvPr>
          <p:cNvSpPr/>
          <p:nvPr/>
        </p:nvSpPr>
        <p:spPr>
          <a:xfrm>
            <a:off x="533400" y="1470660"/>
            <a:ext cx="3528060" cy="16002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3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Фон" descr="pg-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31647" y="-109727"/>
            <a:ext cx="12618719" cy="7098029"/>
          </a:xfrm>
          <a:prstGeom prst="rect">
            <a:avLst/>
          </a:prstGeom>
        </p:spPr>
      </p:pic>
      <p:sp>
        <p:nvSpPr>
          <p:cNvPr id="3" name="Переход: к народам">
            <a:hlinkClick action="ppaction://hlinksldjump" r:id="rId4"/>
          </p:cNvPr>
          <p:cNvSpPr/>
          <p:nvPr/>
        </p:nvSpPr>
        <p:spPr>
          <a:xfrm>
            <a:off x="533400" y="1584960"/>
            <a:ext cx="3528060" cy="16002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300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Фон" descr="pg-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56032" y="-164591"/>
            <a:ext cx="12740640" cy="7166609"/>
          </a:xfrm>
          <a:prstGeom prst="rect">
            <a:avLst/>
          </a:prstGeom>
        </p:spPr>
      </p:pic>
      <p:sp>
        <p:nvSpPr>
          <p:cNvPr id="3" name="Переход: к народам">
            <a:hlinkClick action="ppaction://hlinksldjump" r:id="rId4"/>
          </p:cNvPr>
          <p:cNvSpPr/>
          <p:nvPr/>
        </p:nvSpPr>
        <p:spPr>
          <a:xfrm>
            <a:off x="533400" y="1584960"/>
            <a:ext cx="3528060" cy="16002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300">
        <p159:morph option="byObject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Фон" descr="pg-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Переход: к народам">
            <a:hlinkClick action="ppaction://hlinksldjump" r:id="rId4"/>
          </p:cNvPr>
          <p:cNvSpPr/>
          <p:nvPr/>
        </p:nvSpPr>
        <p:spPr>
          <a:xfrm>
            <a:off x="533400" y="1325880"/>
            <a:ext cx="3528060" cy="16002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300">
        <p159:morph option="byObject"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Фон" descr="pg-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88975" y="-120014"/>
            <a:ext cx="12618719" cy="7098029"/>
          </a:xfrm>
          <a:prstGeom prst="rect">
            <a:avLst/>
          </a:prstGeom>
        </p:spPr>
      </p:pic>
      <p:sp>
        <p:nvSpPr>
          <p:cNvPr id="3" name="Переход: к народам">
            <a:hlinkClick action="ppaction://hlinksldjump" r:id="rId4"/>
          </p:cNvPr>
          <p:cNvSpPr/>
          <p:nvPr/>
        </p:nvSpPr>
        <p:spPr>
          <a:xfrm>
            <a:off x="533400" y="1584960"/>
            <a:ext cx="3528060" cy="16002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300">
        <p159:morph option="byObject"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Фон" descr="pg-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74320" y="-140588"/>
            <a:ext cx="12740640" cy="7166609"/>
          </a:xfrm>
          <a:prstGeom prst="rect">
            <a:avLst/>
          </a:prstGeom>
        </p:spPr>
      </p:pic>
      <p:sp>
        <p:nvSpPr>
          <p:cNvPr id="3" name="Переход: к народам">
            <a:hlinkClick action="ppaction://hlinksldjump" r:id="rId4"/>
          </p:cNvPr>
          <p:cNvSpPr/>
          <p:nvPr/>
        </p:nvSpPr>
        <p:spPr>
          <a:xfrm>
            <a:off x="533400" y="1592580"/>
            <a:ext cx="3528060" cy="16002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300">
        <p159:morph option="byObject"/>
      </p:transition>
    </mc:Choice>
    <mc:Fallback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Фон" descr="pg-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Переход: к народам">
            <a:hlinkClick action="ppaction://hlinksldjump" r:id="rId4"/>
          </p:cNvPr>
          <p:cNvSpPr/>
          <p:nvPr/>
        </p:nvSpPr>
        <p:spPr>
          <a:xfrm>
            <a:off x="533400" y="1691640"/>
            <a:ext cx="3528060" cy="16002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300">
        <p159:morph option="byObject"/>
      </p:transition>
    </mc:Choice>
    <mc:Fallback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Фон" descr="pg-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13359" y="-133730"/>
            <a:ext cx="12618719" cy="7098029"/>
          </a:xfrm>
          <a:prstGeom prst="rect">
            <a:avLst/>
          </a:prstGeom>
        </p:spPr>
      </p:pic>
      <p:sp>
        <p:nvSpPr>
          <p:cNvPr id="3" name="Переход: к народам">
            <a:hlinkClick action="ppaction://hlinksldjump" r:id="rId4"/>
          </p:cNvPr>
          <p:cNvSpPr/>
          <p:nvPr/>
        </p:nvSpPr>
        <p:spPr>
          <a:xfrm>
            <a:off x="533400" y="1592580"/>
            <a:ext cx="3528060" cy="16002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300">
        <p159:morph option="byObject"/>
      </p:transition>
    </mc:Choice>
    <mc:Fallback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Фон" descr="pg-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56032" y="-144017"/>
            <a:ext cx="12740640" cy="7166609"/>
          </a:xfrm>
          <a:prstGeom prst="rect">
            <a:avLst/>
          </a:prstGeom>
        </p:spPr>
      </p:pic>
      <p:sp>
        <p:nvSpPr>
          <p:cNvPr id="3" name="Переход: к народам">
            <a:hlinkClick action="ppaction://hlinksldjump" r:id="rId4"/>
          </p:cNvPr>
          <p:cNvSpPr/>
          <p:nvPr/>
        </p:nvSpPr>
        <p:spPr>
          <a:xfrm>
            <a:off x="533400" y="1470660"/>
            <a:ext cx="3528060" cy="16002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300">
        <p159:morph option="byObject"/>
      </p:transition>
    </mc:Choice>
    <mc:Fallback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Фон" descr="pg-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Переход: к народам">
            <a:hlinkClick action="ppaction://hlinksldjump" r:id="rId4"/>
          </p:cNvPr>
          <p:cNvSpPr/>
          <p:nvPr/>
        </p:nvSpPr>
        <p:spPr>
          <a:xfrm>
            <a:off x="533400" y="1584960"/>
            <a:ext cx="3528060" cy="16002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3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Республика Дагестан</dc:title>
  <dc:subject/>
  <dc:creator>Kurban13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