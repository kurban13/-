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Титул: страна гор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Краткая история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Народы Дагестана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Народные промыслы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Земля и культура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Аварцы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Даргинцы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Кумыки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Лезгины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Лакцы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Табасараны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Азербайджанцы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Чеченцы-аккинцы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Ногайцы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Рутульцы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Агулы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Цахуры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Таты и горские евреи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Русские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Титул: страна гор" descr="pg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Краткая история" descr="p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Народы Дагестана" descr="pg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Аварцы">
            <a:hlinkClick action="ppaction://hlinksldjump" r:id="rId4"/>
          </p:cNvPr>
          <p:cNvSpPr/>
          <p:nvPr/>
        </p:nvSpPr>
        <p:spPr>
          <a:xfrm>
            <a:off x="4770120" y="1325880"/>
            <a:ext cx="8382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Переход: Даргинцы">
            <a:hlinkClick action="ppaction://hlinksldjump" r:id="rId5"/>
          </p:cNvPr>
          <p:cNvSpPr/>
          <p:nvPr/>
        </p:nvSpPr>
        <p:spPr>
          <a:xfrm>
            <a:off x="5669280" y="1325880"/>
            <a:ext cx="9829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Переход: Кумыки">
            <a:hlinkClick action="ppaction://hlinksldjump" r:id="rId6"/>
          </p:cNvPr>
          <p:cNvSpPr/>
          <p:nvPr/>
        </p:nvSpPr>
        <p:spPr>
          <a:xfrm>
            <a:off x="6713220" y="1325880"/>
            <a:ext cx="8458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Переход: Лезгины">
            <a:hlinkClick action="ppaction://hlinksldjump" r:id="rId7"/>
          </p:cNvPr>
          <p:cNvSpPr/>
          <p:nvPr/>
        </p:nvSpPr>
        <p:spPr>
          <a:xfrm>
            <a:off x="7620000" y="1325880"/>
            <a:ext cx="89154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Переход: Лакцы">
            <a:hlinkClick action="ppaction://hlinksldjump" r:id="rId8"/>
          </p:cNvPr>
          <p:cNvSpPr/>
          <p:nvPr/>
        </p:nvSpPr>
        <p:spPr>
          <a:xfrm>
            <a:off x="8580120" y="1325880"/>
            <a:ext cx="77724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Переход: Табасараны">
            <a:hlinkClick action="ppaction://hlinksldjump" r:id="rId9"/>
          </p:cNvPr>
          <p:cNvSpPr/>
          <p:nvPr/>
        </p:nvSpPr>
        <p:spPr>
          <a:xfrm>
            <a:off x="9418320" y="1325880"/>
            <a:ext cx="10744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Переход: Азербайджанцы">
            <a:hlinkClick action="ppaction://hlinksldjump" r:id="rId10"/>
          </p:cNvPr>
          <p:cNvSpPr/>
          <p:nvPr/>
        </p:nvSpPr>
        <p:spPr>
          <a:xfrm>
            <a:off x="4770120" y="1691640"/>
            <a:ext cx="13258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Переход: Чеченцы-аккинцы">
            <a:hlinkClick action="ppaction://hlinksldjump" r:id="rId11"/>
          </p:cNvPr>
          <p:cNvSpPr/>
          <p:nvPr/>
        </p:nvSpPr>
        <p:spPr>
          <a:xfrm>
            <a:off x="6149340" y="1691640"/>
            <a:ext cx="143256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Переход: Ногайцы">
            <a:hlinkClick action="ppaction://hlinksldjump" r:id="rId12"/>
          </p:cNvPr>
          <p:cNvSpPr/>
          <p:nvPr/>
        </p:nvSpPr>
        <p:spPr>
          <a:xfrm>
            <a:off x="7642860" y="1691640"/>
            <a:ext cx="9067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Переход: Рутульцы">
            <a:hlinkClick action="ppaction://hlinksldjump" r:id="rId13"/>
          </p:cNvPr>
          <p:cNvSpPr/>
          <p:nvPr/>
        </p:nvSpPr>
        <p:spPr>
          <a:xfrm>
            <a:off x="8610600" y="1691640"/>
            <a:ext cx="92202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Переход: Агулы">
            <a:hlinkClick action="ppaction://hlinksldjump" r:id="rId14"/>
          </p:cNvPr>
          <p:cNvSpPr/>
          <p:nvPr/>
        </p:nvSpPr>
        <p:spPr>
          <a:xfrm>
            <a:off x="9585960" y="1691640"/>
            <a:ext cx="73914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Переход: Цахуры">
            <a:hlinkClick action="ppaction://hlinksldjump" r:id="rId15"/>
          </p:cNvPr>
          <p:cNvSpPr/>
          <p:nvPr/>
        </p:nvSpPr>
        <p:spPr>
          <a:xfrm>
            <a:off x="4770120" y="2057400"/>
            <a:ext cx="8382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Переход: Таты и горские евреи">
            <a:hlinkClick action="ppaction://hlinksldjump" r:id="rId16"/>
          </p:cNvPr>
          <p:cNvSpPr/>
          <p:nvPr/>
        </p:nvSpPr>
        <p:spPr>
          <a:xfrm>
            <a:off x="5669280" y="2057400"/>
            <a:ext cx="16306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Переход: Русские">
            <a:hlinkClick action="ppaction://hlinksldjump" r:id="rId17"/>
          </p:cNvPr>
          <p:cNvSpPr/>
          <p:nvPr/>
        </p:nvSpPr>
        <p:spPr>
          <a:xfrm>
            <a:off x="7353300" y="2057400"/>
            <a:ext cx="8382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Народные промыслы" descr="pg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Земля и культура" descr="pg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Аварцы" descr="pg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2420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Даргинцы" descr="pg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2420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Кумыки" descr="pg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3563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Лезгины" descr="pg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2420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Лакцы" descr="pg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4706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Табасараны" descr="pg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849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Азербайджанцы" descr="pg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849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Чеченцы-аккинцы" descr="pg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32588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Ногайцы" descr="pg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849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Рутульцы" descr="pg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9258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Агулы" descr="pg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69164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Цахуры" descr="pg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9258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Таты и горские евреи" descr="pg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4706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Русские" descr="pg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ереход: к народам">
            <a:hlinkClick action="ppaction://hlinksldjump" r:id="rId4"/>
          </p:cNvPr>
          <p:cNvSpPr/>
          <p:nvPr/>
        </p:nvSpPr>
        <p:spPr>
          <a:xfrm>
            <a:off x="533400" y="1584960"/>
            <a:ext cx="3528060" cy="1600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Республика Дагестан</dc:title>
  <dc:subject/>
  <dc:creator>Kurban13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